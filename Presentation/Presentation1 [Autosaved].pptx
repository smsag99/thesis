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646"/>
    <a:srgbClr val="05AC8B"/>
    <a:srgbClr val="078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3"/>
    <p:restoredTop sz="94643"/>
  </p:normalViewPr>
  <p:slideViewPr>
    <p:cSldViewPr snapToGrid="0">
      <p:cViewPr varScale="1">
        <p:scale>
          <a:sx n="89" d="100"/>
          <a:sy n="89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5340F-06F5-CB94-8CFC-8DDEAE1E7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4B211-2BDF-6F30-E0F3-FDBF7AFD0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89202-BAC8-8D30-8188-AE86C4E6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96BD-8905-CE24-EF73-D976687C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C3A00-757E-D3A5-C251-625C9F39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8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41EC-73EC-7C9F-4DD9-623475EE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5C0A-8390-9CF6-2041-E22792848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F6D87-FBD9-0ACB-B2B5-A5CD56FF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7AA98-B08B-4E51-3700-BB0894B5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94EDA-C828-A64F-74C2-BAB1B442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6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3A5E-DA51-BD7D-4136-8709ECDC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33C1F-7B91-8033-DEFD-AB6470FA3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0FB36-FC5F-5BC9-6BE3-296FCE3EC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487BF-99B1-A4B8-5AEA-386FEB1E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5FB81-4970-7F8F-FCFB-C556935B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4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FBE9-1699-F2D3-61DE-39D89AE3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1ED1-47BA-367F-1BF5-CF1C1F561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CA0B2-C814-EAEF-6BE8-55CF22E39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E0D32-C840-6AD9-FFE1-7D3D8BF7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C5D81-678E-E245-44AF-B49785EA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22C7A-1366-AEE6-2D5B-5C3D0303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69B9-9D10-3C9E-E404-577AB196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4C3B3-983E-F748-AE22-FEA98A05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37DB3-DA80-33F6-AC94-2067B2E9B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E9ACE-593A-43E2-8A03-E9C8B0596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C97DE-E792-8A9E-6477-471B97A6B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A4ECA-DD9B-572F-222E-969DF076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D226B-09E5-B1E4-4FDD-ECC90C75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084EC-2E9D-B6A9-6476-B9A30795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0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1419-E2A5-F811-39A3-DC09E5D2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88563-8B93-7ABF-DCBA-F154A682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17F41-C8FD-7609-846F-8A3006FD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D88B4-331C-4D18-C4E9-0D129E51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1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3F018-5E90-69A1-7C9C-61B72ADF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D6CFA-572E-C62F-386B-5BDA4DE6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14FDA-D363-5D25-9870-001246C5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3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2803-10FE-598C-207A-48C8A32A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2A9A-2CB4-3F2A-DED1-03A70ECE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57B37-1225-BE30-A136-3B8B5B7E9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65664-F82A-D7F1-CBB4-9CD28867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80D64-EB91-228A-2C8F-378250AB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863A0-6D07-B3BF-062F-A9B3DC6C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2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5D25-0155-F3A4-33AF-D02141FC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99B6C-7D6F-DD1C-2119-7E9FD5129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8EB30-A367-F778-8D38-2E7A57D8E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D8801-510C-5DF2-F668-066C7DAA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6DD5B-7999-7FF0-F418-BA094A2EE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08844-9571-967A-43F3-BC67F87C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2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C06C-D837-5312-7F66-8276D77E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73490-23F9-6B4B-69E1-6E6AB411D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302F8-5794-F4A9-845B-0FED787B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2406-39D5-2121-3069-4A9A668A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E375-59D0-95E4-D8B2-B5623E21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4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2FF0-8708-1B2B-2C14-AD6DE279D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8511A-054A-679F-9340-04568EE43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237D-A971-CA1F-196E-ADC4019A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DEB-642B-2492-D468-B0BC525E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C0C7-77E1-4B1C-26D4-D99E9129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C832A-6B7C-0E89-36BC-F47FF463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DF1B3-7291-A4E4-102B-D8C440CF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CFD6D-8EBF-A889-BA6F-076E55E36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CD042-4735-034C-8823-04B1E9BEAC9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276B-F3F3-6D8F-B1E1-91F0A0E98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571D9-35A6-2863-8F75-33A26C162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BC9E3-DE0C-4A4D-91C6-95567414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7CF4775-EF01-DC06-C440-3D3097DD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91255"/>
            <a:ext cx="7772400" cy="147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AC8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7BB97-64F0-5DF8-81B0-D08C87F3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9EB5A1-1D7A-7D23-7BEC-BD209CCD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1080"/>
            <a:ext cx="7772400" cy="1475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A48216-1DE1-E6A8-14EF-37B8824EA987}"/>
              </a:ext>
            </a:extLst>
          </p:cNvPr>
          <p:cNvSpPr txBox="1"/>
          <p:nvPr/>
        </p:nvSpPr>
        <p:spPr>
          <a:xfrm>
            <a:off x="2441972" y="3136612"/>
            <a:ext cx="7308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Exploring DPF Failure Across 3 Vehicles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87186-F117-F746-40E5-F60F1F7180E1}"/>
              </a:ext>
            </a:extLst>
          </p:cNvPr>
          <p:cNvSpPr txBox="1"/>
          <p:nvPr/>
        </p:nvSpPr>
        <p:spPr>
          <a:xfrm>
            <a:off x="2441972" y="3799042"/>
            <a:ext cx="7308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Sam Ahmadi</a:t>
            </a:r>
          </a:p>
        </p:txBody>
      </p:sp>
    </p:spTree>
    <p:extLst>
      <p:ext uri="{BB962C8B-B14F-4D97-AF65-F5344CB8AC3E}">
        <p14:creationId xmlns:p14="http://schemas.microsoft.com/office/powerpoint/2010/main" val="3144572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10FC-E653-E7EA-8201-B8F4B58E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79400"/>
            <a:ext cx="2690813" cy="106362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Eurostile" panose="020B0504020202050204" pitchFamily="34" charset="77"/>
              </a:rPr>
              <a:t>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AC81F-0A11-4472-B244-8271E23BADC1}"/>
              </a:ext>
            </a:extLst>
          </p:cNvPr>
          <p:cNvSpPr txBox="1"/>
          <p:nvPr/>
        </p:nvSpPr>
        <p:spPr>
          <a:xfrm>
            <a:off x="409575" y="1343026"/>
            <a:ext cx="1137285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Analyze the dataset for 3 vehicles all affected by the same DPF problem — to identify which variables correlate with, precede, or drive the onset of the issue.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latin typeface="Eurostile" panose="020B0504020202050204" pitchFamily="34" charset="7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Examine each vehicle's behavior around its known onset date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 V1: 12-09-25 · V2: 13-09-25 · V3: 14-09-25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Look for patterns that are consistent across all three vehicles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Eurostile" panose="020B0504020202050204" pitchFamily="34" charset="77"/>
                <a:cs typeface="Times New Roman" panose="02020603050405020304" pitchFamily="18" charset="0"/>
              </a:rPr>
              <a:t>Form early hypotheses about what the data suggests — not a production model</a:t>
            </a:r>
          </a:p>
        </p:txBody>
      </p:sp>
    </p:spTree>
    <p:extLst>
      <p:ext uri="{BB962C8B-B14F-4D97-AF65-F5344CB8AC3E}">
        <p14:creationId xmlns:p14="http://schemas.microsoft.com/office/powerpoint/2010/main" val="911539648"/>
      </p:ext>
    </p:extLst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A1506-98F0-F345-78E6-757A72FF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C10D0-2A7C-E2A4-D7EB-0B5A4FBA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6" y="455741"/>
            <a:ext cx="3790949" cy="130308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Diesel Particulate Filter (DPF)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7CE6-7300-B49F-6716-D5E43DA28F3E}"/>
              </a:ext>
            </a:extLst>
          </p:cNvPr>
          <p:cNvSpPr txBox="1"/>
          <p:nvPr/>
        </p:nvSpPr>
        <p:spPr>
          <a:xfrm>
            <a:off x="638176" y="1949350"/>
            <a:ext cx="5457824" cy="3600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Low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Eurostile" panose="020B0504020202050204" pitchFamily="34" charset="77"/>
              </a:rPr>
              <a:t>A filter in the exhaust system that traps diesel soot to cut emissions.</a:t>
            </a:r>
          </a:p>
          <a:p>
            <a:pPr marL="342900" lvl="0" indent="-342900" algn="justLow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Eurostile" panose="020B0504020202050204" pitchFamily="34" charset="77"/>
              </a:rPr>
              <a:t>Regeneration</a:t>
            </a:r>
            <a:r>
              <a:rPr lang="en-US" sz="2800" dirty="0">
                <a:solidFill>
                  <a:schemeClr val="bg1"/>
                </a:solidFill>
                <a:latin typeface="Eurostile" panose="020B0504020202050204" pitchFamily="34" charset="77"/>
              </a:rPr>
              <a:t>: periodically burns off trapped soot to clear itself</a:t>
            </a:r>
          </a:p>
          <a:p>
            <a:pPr marL="342900" lvl="0" indent="-342900" algn="justLow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Eurostile" panose="020B0504020202050204" pitchFamily="34" charset="77"/>
              </a:rPr>
              <a:t>The problem</a:t>
            </a:r>
            <a:r>
              <a:rPr lang="en-US" sz="2800" dirty="0">
                <a:solidFill>
                  <a:schemeClr val="bg1"/>
                </a:solidFill>
                <a:latin typeface="Eurostile" panose="020B0504020202050204" pitchFamily="34" charset="77"/>
              </a:rPr>
              <a:t>: when regeneration fails, soot builds up and block the filter.</a:t>
            </a:r>
          </a:p>
          <a:p>
            <a:pPr indent="-228600" algn="justLow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Eurostile" panose="020B0504020202050204" pitchFamily="34" charset="77"/>
            </a:endParaRPr>
          </a:p>
        </p:txBody>
      </p:sp>
      <p:pic>
        <p:nvPicPr>
          <p:cNvPr id="3" name="i_need_a_animated_gif_for_desc">
            <a:hlinkHover r:id="" action="ppaction://ole?verb=0"/>
            <a:extLst>
              <a:ext uri="{FF2B5EF4-FFF2-40B4-BE49-F238E27FC236}">
                <a16:creationId xmlns:a16="http://schemas.microsoft.com/office/drawing/2014/main" id="{5BD11909-B383-187B-8C49-4BDC45E83D8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98.8321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2848" y="1949350"/>
            <a:ext cx="5260976" cy="29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09629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91B4-91CB-7E39-ACAC-815F1AC4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C533-D3E3-DEB8-C98B-BE106CD6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1B71F-2850-23A0-209C-0D2852A3D395}"/>
              </a:ext>
            </a:extLst>
          </p:cNvPr>
          <p:cNvSpPr txBox="1"/>
          <p:nvPr/>
        </p:nvSpPr>
        <p:spPr>
          <a:xfrm>
            <a:off x="512956" y="2241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712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4431</TotalTime>
  <Words>129</Words>
  <Application>Microsoft Macintosh PowerPoint</Application>
  <PresentationFormat>Widescreen</PresentationFormat>
  <Paragraphs>13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Eurostile</vt:lpstr>
      <vt:lpstr>Office Theme</vt:lpstr>
      <vt:lpstr>PowerPoint Presentation</vt:lpstr>
      <vt:lpstr>PowerPoint Presentation</vt:lpstr>
      <vt:lpstr>Objective</vt:lpstr>
      <vt:lpstr>Diesel Particulate Filter (DPF)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Sheikh Ahmadi Gandab  Seyed Mohammad</dc:creator>
  <cp:lastModifiedBy>Sheikh Ahmadi Gandab  Seyed Mohammad</cp:lastModifiedBy>
  <cp:revision>2</cp:revision>
  <dcterms:created xsi:type="dcterms:W3CDTF">2026-07-18T10:32:42Z</dcterms:created>
  <dcterms:modified xsi:type="dcterms:W3CDTF">2026-07-21T12:27:06Z</dcterms:modified>
</cp:coreProperties>
</file>